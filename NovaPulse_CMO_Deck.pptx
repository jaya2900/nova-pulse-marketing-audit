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Google Ads CVR %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CVR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4.84</c:v>
                </c:pt>
                <c:pt idx="2">
                  <c:v>4.81</c:v>
                </c:pt>
                <c:pt idx="3">
                  <c:v>3.49</c:v>
                </c:pt>
                <c:pt idx="4">
                  <c:v>2.76</c:v>
                </c:pt>
                <c:pt idx="5">
                  <c:v>2.66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Website Bounce Rate %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Bounce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36.1</c:v>
                </c:pt>
                <c:pt idx="1">
                  <c:v>35.9</c:v>
                </c:pt>
                <c:pt idx="2">
                  <c:v>36.1</c:v>
                </c:pt>
                <c:pt idx="3">
                  <c:v>49.7</c:v>
                </c:pt>
                <c:pt idx="4">
                  <c:v>58.1</c:v>
                </c:pt>
                <c:pt idx="5">
                  <c:v>57.9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PERFORMANCE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NovaPulse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Plateau Investigation — 6 Month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2011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25603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$440K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 Spend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931920"/>
            <a:ext cx="25603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$868K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3931920"/>
            <a:ext cx="2560320" cy="86868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1.97x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· Marketing Audit 2024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plateaued despite flat ad spend.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three root causes — and three direct actions to fix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Redesign Broke the Funnel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24942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CVR fell from 5.0% to 2.7% — a 46% decline — beginning in Month 4, directly following a landing page redesign. Estimated revenue lost: $71,816.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535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953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Budget Misallocated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20954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Retargeting_IG delivers 8.47x ROAS at $7.75 CAC but receives less budget than Prospecting_Broad, which returns only 1.26x ROAS at $52 CAC.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8412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13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913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Severely Underinvested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16966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delivers 6.57x blended ROAS — 5x better than Google Ads. Abandoned cart campaigns hit 25.78x ROAS but were sent only once in 6 months.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stayed flat. Performance collapsed.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monthly spend was consistent at ~$38-39K. Revenue nearly halved. The inflection point was Month 4.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002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6002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Landing page redesign (late March) — both metrics deteriorate simultaneously from Month 4. Correlation confirmed by client.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SCORECARD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channels are equal. Email is 5x more efficient than Google Ads.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Fix landing page urgently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$230K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24528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$291K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24528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40096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1.26x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0096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55664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71232" y="15087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4,340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71232" y="18928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Reallocate budget internally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08960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$202K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24528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$523K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24528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40096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2.59x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0096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55664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55664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571232" y="26060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7,950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71232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611880"/>
            <a:ext cx="6400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Scale — highest ROI channel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08960" y="3703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108960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24528" y="3703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$54K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224528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40096" y="3703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6.57x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40096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55664" y="3703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55664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71232" y="3703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571232" y="40873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bleeding. Optimize. Then grow.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7315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Google Ads Landing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original vs redesigned landing page immediately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118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Competitor_Targeting &amp; Generic_Supplements (both below 1x ROAS)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recover up to $71,816 in lost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4572000"/>
            <a:ext cx="2487168" cy="20116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720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This week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8688" y="1325880"/>
            <a:ext cx="2743200" cy="352044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32588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355848" y="1828800"/>
            <a:ext cx="7315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55848" y="21214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Meta Budget to Retargeting_IG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7157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Retargeting_IG: 8.47x ROAS, $7.75 CAC — your best paid campaign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3118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35% of Prospecting_Broad budget to Retargeting_IG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35204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spend, projected +40% Meta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55848" y="4572000"/>
            <a:ext cx="2487168" cy="20116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45720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This month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63056" y="1325880"/>
            <a:ext cx="2743200" cy="3520440"/>
          </a:xfrm>
          <a:prstGeom prst="rect">
            <a:avLst/>
          </a:prstGeom>
          <a:solidFill>
            <a:srgbClr val="0D284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325880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300216" y="1828800"/>
            <a:ext cx="7315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0216" y="21214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Email — Especially Abandoned Cart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0216" y="271576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cart: 25.78x ROAS, 13% CVR — highest performer across all channels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311810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3-email automated abandoned cart sequence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35204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email send frequency for product launches (8.31x ROAS)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0216" y="4572000"/>
            <a:ext cx="2487168" cy="20116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45720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30 days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done, in what order.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Bleeding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176272"/>
            <a:ext cx="2487168" cy="27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original vs new landing page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underperforming Google Ads campaigns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UTM parameters and tracking setup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current CVR as new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2743200" cy="3520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325880"/>
            <a:ext cx="2743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44475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16916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55848" y="2176272"/>
            <a:ext cx="2487168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286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Meta budget to Retargeting_IG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788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3-part abandoned cart email sequence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32918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performance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3794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A/B test on top Meta ad creative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1325880"/>
            <a:ext cx="2743200" cy="35204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325880"/>
            <a:ext cx="27432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44475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16916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0216" y="2176272"/>
            <a:ext cx="2487168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286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email sends — product launches + winback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0216" y="27889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email list growth via paid social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32918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attribution model across all channels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0216" y="3794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revised budget allocation to leadership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NovaPulse Marketing Audit  ·  Prepared by Jay  ·  March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NovaPulse Marketing Audit</dc:title>
  <dc:subject>PptxGenJS Presentation</dc:subject>
  <dc:creator>Jay</dc:creator>
  <cp:lastModifiedBy>Jay</cp:lastModifiedBy>
  <cp:revision>1</cp:revision>
  <dcterms:created xsi:type="dcterms:W3CDTF">2026-03-10T18:32:52Z</dcterms:created>
  <dcterms:modified xsi:type="dcterms:W3CDTF">2026-03-10T18:32:52Z</dcterms:modified>
</cp:coreProperties>
</file>